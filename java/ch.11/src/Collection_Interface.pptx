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>
        <p:scale>
          <a:sx n="75" d="100"/>
          <a:sy n="75" d="100"/>
        </p:scale>
        <p:origin x="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4A411-D890-AAB9-68EF-1DABE4CE0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2A97A5-9613-4FD8-B857-D7C2482DF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C95964-03EA-4DAB-C674-BFD852838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FFB2-5E63-4143-ABAB-F4AD2EC40E9A}" type="datetimeFigureOut">
              <a:rPr lang="ko-KR" altLang="en-US" smtClean="0"/>
              <a:t>2022-08-15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512B16-14EF-D440-9928-56F291A32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F275A6-C607-B577-36A6-DB1D461DA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8123-ECDE-4381-A803-B3F93ABAC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99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494310-BF15-A0C5-304E-26617223B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91AF3C-2E5C-22A1-597D-7A2FF29A9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2DAB6D-499F-BEE5-190A-5A5B89778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FFB2-5E63-4143-ABAB-F4AD2EC40E9A}" type="datetimeFigureOut">
              <a:rPr lang="ko-KR" altLang="en-US" smtClean="0"/>
              <a:t>2022-08-15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AA2671-B59E-10BE-CE3A-0F5923A84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A67D58-DAD2-F140-FA8A-1F7429F52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8123-ECDE-4381-A803-B3F93ABAC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859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EEA44-4BCF-E342-A9B4-3EF39EAE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072EE2-01CD-FF10-0579-4A2EDC454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C2C6CA-B74C-6819-EE89-4D433D41B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FFB2-5E63-4143-ABAB-F4AD2EC40E9A}" type="datetimeFigureOut">
              <a:rPr lang="ko-KR" altLang="en-US" smtClean="0"/>
              <a:t>2022-08-15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960406-AF2B-0391-0855-42910E28A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8C750B-3B9F-8EBE-FF67-56535456C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8123-ECDE-4381-A803-B3F93ABAC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121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790F8-7D3F-B104-17F9-10CD912A8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49D354-87B2-F605-855F-FBD215EB1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F97190-A44E-F75C-541A-94F1A197A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43F651-C5D5-0ECB-B493-6F3B67C95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FFB2-5E63-4143-ABAB-F4AD2EC40E9A}" type="datetimeFigureOut">
              <a:rPr lang="ko-KR" altLang="en-US" smtClean="0"/>
              <a:t>2022-08-15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F44F5C-70B0-AC24-2116-E84D012F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A85D15-8BF2-4FC9-FFD0-C3EC71C28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8123-ECDE-4381-A803-B3F93ABAC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039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5170E-77EF-2E0A-3658-094707719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4777ED-3418-285D-DD68-88117E1BD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25DDA9-4830-0995-1167-0EB707271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32694D-27C3-FE1E-19BC-3104A9E9C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6726B77-66D7-872B-EACB-AFE359F47A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F535EE-8B3B-2834-DF7A-C66398BC9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FFB2-5E63-4143-ABAB-F4AD2EC40E9A}" type="datetimeFigureOut">
              <a:rPr lang="ko-KR" altLang="en-US" smtClean="0"/>
              <a:t>2022-08-15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A547ED4-D1B4-DAB3-7168-159C4B61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3A96586-2F98-B6FF-279A-912BD5E25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8123-ECDE-4381-A803-B3F93ABAC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45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528B32-2F30-687F-9A36-4D7AAD66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BC6E3F-383F-15D7-417C-32878C080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FFB2-5E63-4143-ABAB-F4AD2EC40E9A}" type="datetimeFigureOut">
              <a:rPr lang="ko-KR" altLang="en-US" smtClean="0"/>
              <a:t>2022-08-15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8F5727-F3B1-7964-DC79-368712B02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AA6717-F2C5-6F95-8867-4C7C127DD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8123-ECDE-4381-A803-B3F93ABAC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431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B5BD7F9-C522-6627-49BF-FADC133B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FFB2-5E63-4143-ABAB-F4AD2EC40E9A}" type="datetimeFigureOut">
              <a:rPr lang="ko-KR" altLang="en-US" smtClean="0"/>
              <a:t>2022-08-15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FEEA0C-25DF-42F5-EE97-9CC6167E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DBB0B3-164A-95F1-B020-BB41ABCE8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8123-ECDE-4381-A803-B3F93ABAC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986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C6560-6EEF-7863-48CA-0005707D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3E2430-C1AB-9EF7-4615-B98B05F4D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23EF6F-21BF-B923-5FCD-322A9E678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46FD0B-B959-1C9F-EFBC-BC3E4292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FFB2-5E63-4143-ABAB-F4AD2EC40E9A}" type="datetimeFigureOut">
              <a:rPr lang="ko-KR" altLang="en-US" smtClean="0"/>
              <a:t>2022-08-15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60D294-7CAB-A32C-51AC-E7C3D1C21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D806EA-6313-30E4-CE67-FB3E94A2D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8123-ECDE-4381-A803-B3F93ABAC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684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E56732-A6D8-DA4D-A9A7-B34907DD8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D175572-D208-51CB-AEEE-ABB9AD665E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2EDF45-5288-4A43-707E-2135DCFD9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0BF36F-ACA0-F138-721A-4DEB64F0B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FFB2-5E63-4143-ABAB-F4AD2EC40E9A}" type="datetimeFigureOut">
              <a:rPr lang="ko-KR" altLang="en-US" smtClean="0"/>
              <a:t>2022-08-15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24D138-7594-9CA6-6784-4290C4EBB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CD90B7-A159-7689-6C9A-74BA5B8D2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8123-ECDE-4381-A803-B3F93ABAC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353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BBA2CC-00D9-8B9A-51CE-D6AD0690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EE84B4E-8799-05BB-B477-793CA9C46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CE37C4-10BB-8ED2-1AAC-FFF430E12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FFB2-5E63-4143-ABAB-F4AD2EC40E9A}" type="datetimeFigureOut">
              <a:rPr lang="ko-KR" altLang="en-US" smtClean="0"/>
              <a:t>2022-08-15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0C159F-4F33-2907-BB0B-94DFC9949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9A7C0F-BF32-4FBA-3D70-16EE1CEC3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8123-ECDE-4381-A803-B3F93ABAC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459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624902F-0715-1309-7197-BF2FD17C84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28365B-1825-19AD-378A-13EDEC8A0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19C047-068B-57F4-2AF0-8446F8D09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FFB2-5E63-4143-ABAB-F4AD2EC40E9A}" type="datetimeFigureOut">
              <a:rPr lang="ko-KR" altLang="en-US" smtClean="0"/>
              <a:t>2022-08-15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7AFA7D-9C2E-9DF3-F93D-CBD4796C0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438F8B-DFDA-AAA9-6426-14340E4BE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8123-ECDE-4381-A803-B3F93ABAC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813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C0CF10A-1738-A249-7D99-414649394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F43586-4CCA-E9ED-CE22-64AB82A18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815EDB-9A19-696D-8CE0-874D79627C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5FFB2-5E63-4143-ABAB-F4AD2EC40E9A}" type="datetimeFigureOut">
              <a:rPr lang="ko-KR" altLang="en-US" smtClean="0"/>
              <a:t>2022-08-15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EB38E5-5CE6-9DDD-2582-89809226F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0D36E0-38BB-C909-E3C3-DAF162AAA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C8123-ECDE-4381-A803-B3F93ABAC5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76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841384-02A6-013C-AFAB-01D793F622FD}"/>
              </a:ext>
            </a:extLst>
          </p:cNvPr>
          <p:cNvSpPr txBox="1"/>
          <p:nvPr/>
        </p:nvSpPr>
        <p:spPr>
          <a:xfrm>
            <a:off x="2226983" y="1247125"/>
            <a:ext cx="2317376" cy="646331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/>
              <a:t>Collection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A2BC0-67B5-84C1-D56A-A31C02E3155F}"/>
              </a:ext>
            </a:extLst>
          </p:cNvPr>
          <p:cNvSpPr txBox="1"/>
          <p:nvPr/>
        </p:nvSpPr>
        <p:spPr>
          <a:xfrm>
            <a:off x="113554" y="2782669"/>
            <a:ext cx="2317376" cy="646331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/>
              <a:t>List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F1B108-2859-6303-3C01-1E7227EE0D26}"/>
              </a:ext>
            </a:extLst>
          </p:cNvPr>
          <p:cNvSpPr txBox="1"/>
          <p:nvPr/>
        </p:nvSpPr>
        <p:spPr>
          <a:xfrm>
            <a:off x="3430122" y="2782669"/>
            <a:ext cx="1711137" cy="646331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/>
              <a:t>Set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FA6655-6ECC-3E92-6643-B8832D58B64E}"/>
              </a:ext>
            </a:extLst>
          </p:cNvPr>
          <p:cNvSpPr txBox="1"/>
          <p:nvPr/>
        </p:nvSpPr>
        <p:spPr>
          <a:xfrm>
            <a:off x="1441452" y="3906806"/>
            <a:ext cx="2317376" cy="461665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err="1"/>
              <a:t>ArrayList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D77643-970E-D983-E0F9-B8A712C85ACD}"/>
              </a:ext>
            </a:extLst>
          </p:cNvPr>
          <p:cNvSpPr txBox="1"/>
          <p:nvPr/>
        </p:nvSpPr>
        <p:spPr>
          <a:xfrm>
            <a:off x="1426883" y="4561093"/>
            <a:ext cx="2317376" cy="461665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Vector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2FEE92-F8CD-5EB1-51FA-24708899A768}"/>
              </a:ext>
            </a:extLst>
          </p:cNvPr>
          <p:cNvSpPr txBox="1"/>
          <p:nvPr/>
        </p:nvSpPr>
        <p:spPr>
          <a:xfrm>
            <a:off x="1426883" y="5215380"/>
            <a:ext cx="2317376" cy="461665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LinkedList</a:t>
            </a:r>
            <a:endParaRPr lang="ko-KR" altLang="en-US" sz="1200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3AF2C6E2-ECF5-0B74-1448-3A9CB6D7712C}"/>
              </a:ext>
            </a:extLst>
          </p:cNvPr>
          <p:cNvCxnSpPr>
            <a:stCxn id="12" idx="1"/>
            <a:endCxn id="6" idx="2"/>
          </p:cNvCxnSpPr>
          <p:nvPr/>
        </p:nvCxnSpPr>
        <p:spPr>
          <a:xfrm rot="10800000">
            <a:off x="1272243" y="3429001"/>
            <a:ext cx="154641" cy="2017213"/>
          </a:xfrm>
          <a:prstGeom prst="bentConnector2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8EBED05F-6DF5-92F3-3F81-D8F068E886A5}"/>
              </a:ext>
            </a:extLst>
          </p:cNvPr>
          <p:cNvCxnSpPr>
            <a:stCxn id="11" idx="1"/>
          </p:cNvCxnSpPr>
          <p:nvPr/>
        </p:nvCxnSpPr>
        <p:spPr>
          <a:xfrm rot="10800000">
            <a:off x="1272243" y="4791926"/>
            <a:ext cx="154641" cy="1"/>
          </a:xfrm>
          <a:prstGeom prst="bentConnector3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E1C9744E-2BDF-9045-AE57-B06EFD857B75}"/>
              </a:ext>
            </a:extLst>
          </p:cNvPr>
          <p:cNvCxnSpPr/>
          <p:nvPr/>
        </p:nvCxnSpPr>
        <p:spPr>
          <a:xfrm rot="10800000">
            <a:off x="1257674" y="4110462"/>
            <a:ext cx="154641" cy="1"/>
          </a:xfrm>
          <a:prstGeom prst="bentConnector3">
            <a:avLst>
              <a:gd name="adj1" fmla="val -2173"/>
            </a:avLst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1F4DD78-9394-490E-906F-C8934256C57E}"/>
              </a:ext>
            </a:extLst>
          </p:cNvPr>
          <p:cNvSpPr txBox="1"/>
          <p:nvPr/>
        </p:nvSpPr>
        <p:spPr>
          <a:xfrm>
            <a:off x="4395879" y="4561093"/>
            <a:ext cx="2317376" cy="461665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HashSet</a:t>
            </a:r>
            <a:endParaRPr lang="ko-KR" alt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CC504E-842F-D265-0AE6-9BC24E7A0601}"/>
              </a:ext>
            </a:extLst>
          </p:cNvPr>
          <p:cNvSpPr txBox="1"/>
          <p:nvPr/>
        </p:nvSpPr>
        <p:spPr>
          <a:xfrm>
            <a:off x="4412687" y="5215379"/>
            <a:ext cx="2317376" cy="461665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err="1"/>
              <a:t>TreeSet</a:t>
            </a:r>
            <a:endParaRPr lang="ko-KR" altLang="en-US" sz="1200" dirty="0"/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C8AEDF28-693F-54D5-1143-4948A5920CB4}"/>
              </a:ext>
            </a:extLst>
          </p:cNvPr>
          <p:cNvCxnSpPr>
            <a:cxnSpLocks/>
          </p:cNvCxnSpPr>
          <p:nvPr/>
        </p:nvCxnSpPr>
        <p:spPr>
          <a:xfrm rot="10800000">
            <a:off x="4241238" y="3429000"/>
            <a:ext cx="154641" cy="2017213"/>
          </a:xfrm>
          <a:prstGeom prst="bentConnector2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5CFACC49-1B16-4320-1E19-F0BDD0E205F4}"/>
              </a:ext>
            </a:extLst>
          </p:cNvPr>
          <p:cNvCxnSpPr>
            <a:stCxn id="24" idx="1"/>
          </p:cNvCxnSpPr>
          <p:nvPr/>
        </p:nvCxnSpPr>
        <p:spPr>
          <a:xfrm rot="10800000">
            <a:off x="4241251" y="4791922"/>
            <a:ext cx="154629" cy="5"/>
          </a:xfrm>
          <a:prstGeom prst="bentConnector3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120119D9-CDF7-6D5D-1D11-6AEABAE0F5BD}"/>
              </a:ext>
            </a:extLst>
          </p:cNvPr>
          <p:cNvCxnSpPr>
            <a:stCxn id="6" idx="0"/>
            <a:endCxn id="5" idx="2"/>
          </p:cNvCxnSpPr>
          <p:nvPr/>
        </p:nvCxnSpPr>
        <p:spPr>
          <a:xfrm rot="5400000" flipH="1" flipV="1">
            <a:off x="1884350" y="1281349"/>
            <a:ext cx="889213" cy="2113429"/>
          </a:xfrm>
          <a:prstGeom prst="bentConnector3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43444389-8168-6AF0-9C97-9DCF86CB7E65}"/>
              </a:ext>
            </a:extLst>
          </p:cNvPr>
          <p:cNvCxnSpPr>
            <a:cxnSpLocks/>
            <a:stCxn id="7" idx="0"/>
          </p:cNvCxnSpPr>
          <p:nvPr/>
        </p:nvCxnSpPr>
        <p:spPr>
          <a:xfrm rot="16200000" flipV="1">
            <a:off x="3105192" y="1602170"/>
            <a:ext cx="444607" cy="1916392"/>
          </a:xfrm>
          <a:prstGeom prst="bentConnector2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7D118EE-D6BF-7FE5-9692-10E655617120}"/>
              </a:ext>
            </a:extLst>
          </p:cNvPr>
          <p:cNvSpPr txBox="1"/>
          <p:nvPr/>
        </p:nvSpPr>
        <p:spPr>
          <a:xfrm>
            <a:off x="7647643" y="1247125"/>
            <a:ext cx="2317376" cy="646331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/>
              <a:t>Collection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3B4DE9-3E72-5A0A-6B85-6241AE7392BC}"/>
              </a:ext>
            </a:extLst>
          </p:cNvPr>
          <p:cNvSpPr txBox="1"/>
          <p:nvPr/>
        </p:nvSpPr>
        <p:spPr>
          <a:xfrm>
            <a:off x="6084792" y="2782667"/>
            <a:ext cx="1733548" cy="461665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err="1"/>
              <a:t>Hashtable</a:t>
            </a:r>
            <a:endParaRPr lang="ko-KR" alt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522EA5-E8E2-7DCF-E2D0-B186C73EF382}"/>
              </a:ext>
            </a:extLst>
          </p:cNvPr>
          <p:cNvSpPr txBox="1"/>
          <p:nvPr/>
        </p:nvSpPr>
        <p:spPr>
          <a:xfrm>
            <a:off x="7961967" y="2782667"/>
            <a:ext cx="1711138" cy="461665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HashMap</a:t>
            </a:r>
            <a:endParaRPr lang="ko-KR" altLang="en-US" sz="1200" dirty="0"/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86AF501C-8028-D49D-3494-CA21A0712A20}"/>
              </a:ext>
            </a:extLst>
          </p:cNvPr>
          <p:cNvCxnSpPr>
            <a:cxnSpLocks/>
            <a:stCxn id="34" idx="0"/>
            <a:endCxn id="33" idx="2"/>
          </p:cNvCxnSpPr>
          <p:nvPr/>
        </p:nvCxnSpPr>
        <p:spPr>
          <a:xfrm rot="5400000" flipH="1" flipV="1">
            <a:off x="7434343" y="1410680"/>
            <a:ext cx="889211" cy="1854765"/>
          </a:xfrm>
          <a:prstGeom prst="bentConnector3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0BF1F6BF-CE15-CDEA-BF1A-7B9F81F3DE5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25554" y="2501889"/>
            <a:ext cx="556713" cy="4840"/>
          </a:xfrm>
          <a:prstGeom prst="bentConnector3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162831E-EEBA-559A-BED7-4B15C58D37E9}"/>
              </a:ext>
            </a:extLst>
          </p:cNvPr>
          <p:cNvSpPr txBox="1"/>
          <p:nvPr/>
        </p:nvSpPr>
        <p:spPr>
          <a:xfrm>
            <a:off x="9816732" y="2782666"/>
            <a:ext cx="1711138" cy="461665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 err="1"/>
              <a:t>TreeMap</a:t>
            </a:r>
            <a:endParaRPr lang="ko-KR" altLang="en-US" sz="1200" dirty="0"/>
          </a:p>
        </p:txBody>
      </p: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96B9BD69-3038-D358-BE0A-D7EE381931A8}"/>
              </a:ext>
            </a:extLst>
          </p:cNvPr>
          <p:cNvCxnSpPr>
            <a:stCxn id="57" idx="0"/>
          </p:cNvCxnSpPr>
          <p:nvPr/>
        </p:nvCxnSpPr>
        <p:spPr>
          <a:xfrm rot="16200000" flipV="1">
            <a:off x="9508485" y="1618850"/>
            <a:ext cx="461663" cy="1865970"/>
          </a:xfrm>
          <a:prstGeom prst="bentConnector2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598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</Words>
  <Application>Microsoft Office PowerPoint</Application>
  <PresentationFormat>와이드스크린</PresentationFormat>
  <Paragraphs>12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동연</dc:creator>
  <cp:lastModifiedBy>김 동연</cp:lastModifiedBy>
  <cp:revision>3</cp:revision>
  <dcterms:created xsi:type="dcterms:W3CDTF">2022-08-15T09:56:09Z</dcterms:created>
  <dcterms:modified xsi:type="dcterms:W3CDTF">2022-08-15T10:09:48Z</dcterms:modified>
</cp:coreProperties>
</file>